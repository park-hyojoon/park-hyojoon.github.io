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7" r:id="rId4"/>
    <p:sldMasterId id="2147483818" r:id="rId5"/>
  </p:sldMasterIdLst>
  <p:notesMasterIdLst>
    <p:notesMasterId r:id="rId12"/>
  </p:notesMasterIdLst>
  <p:sldIdLst>
    <p:sldId id="7274" r:id="rId6"/>
    <p:sldId id="7186" r:id="rId7"/>
    <p:sldId id="6818" r:id="rId8"/>
    <p:sldId id="7275" r:id="rId9"/>
    <p:sldId id="7277" r:id="rId10"/>
    <p:sldId id="4763" r:id="rId11"/>
  </p:sldIdLst>
  <p:sldSz cx="9144000" cy="5143500" type="screen16x9"/>
  <p:notesSz cx="6858000" cy="9144000"/>
  <p:defaultTextStyle>
    <a:defPPr>
      <a:defRPr lang="ko-KR"/>
    </a:defPPr>
    <a:lvl1pPr marL="0" algn="l" defTabSz="668426" rtl="0" eaLnBrk="1" latinLnBrk="1" hangingPunct="1">
      <a:defRPr sz="1316" kern="1200">
        <a:solidFill>
          <a:schemeClr val="tx1"/>
        </a:solidFill>
        <a:latin typeface="+mn-lt"/>
        <a:ea typeface="+mn-ea"/>
        <a:cs typeface="+mn-cs"/>
      </a:defRPr>
    </a:lvl1pPr>
    <a:lvl2pPr marL="334213" algn="l" defTabSz="668426" rtl="0" eaLnBrk="1" latinLnBrk="1" hangingPunct="1">
      <a:defRPr sz="1316" kern="1200">
        <a:solidFill>
          <a:schemeClr val="tx1"/>
        </a:solidFill>
        <a:latin typeface="+mn-lt"/>
        <a:ea typeface="+mn-ea"/>
        <a:cs typeface="+mn-cs"/>
      </a:defRPr>
    </a:lvl2pPr>
    <a:lvl3pPr marL="668426" algn="l" defTabSz="668426" rtl="0" eaLnBrk="1" latinLnBrk="1" hangingPunct="1">
      <a:defRPr sz="1316" kern="1200">
        <a:solidFill>
          <a:schemeClr val="tx1"/>
        </a:solidFill>
        <a:latin typeface="+mn-lt"/>
        <a:ea typeface="+mn-ea"/>
        <a:cs typeface="+mn-cs"/>
      </a:defRPr>
    </a:lvl3pPr>
    <a:lvl4pPr marL="1002640" algn="l" defTabSz="668426" rtl="0" eaLnBrk="1" latinLnBrk="1" hangingPunct="1">
      <a:defRPr sz="1316" kern="1200">
        <a:solidFill>
          <a:schemeClr val="tx1"/>
        </a:solidFill>
        <a:latin typeface="+mn-lt"/>
        <a:ea typeface="+mn-ea"/>
        <a:cs typeface="+mn-cs"/>
      </a:defRPr>
    </a:lvl4pPr>
    <a:lvl5pPr marL="1336853" algn="l" defTabSz="668426" rtl="0" eaLnBrk="1" latinLnBrk="1" hangingPunct="1">
      <a:defRPr sz="1316" kern="1200">
        <a:solidFill>
          <a:schemeClr val="tx1"/>
        </a:solidFill>
        <a:latin typeface="+mn-lt"/>
        <a:ea typeface="+mn-ea"/>
        <a:cs typeface="+mn-cs"/>
      </a:defRPr>
    </a:lvl5pPr>
    <a:lvl6pPr marL="1671066" algn="l" defTabSz="668426" rtl="0" eaLnBrk="1" latinLnBrk="1" hangingPunct="1">
      <a:defRPr sz="1316" kern="1200">
        <a:solidFill>
          <a:schemeClr val="tx1"/>
        </a:solidFill>
        <a:latin typeface="+mn-lt"/>
        <a:ea typeface="+mn-ea"/>
        <a:cs typeface="+mn-cs"/>
      </a:defRPr>
    </a:lvl6pPr>
    <a:lvl7pPr marL="2005279" algn="l" defTabSz="668426" rtl="0" eaLnBrk="1" latinLnBrk="1" hangingPunct="1">
      <a:defRPr sz="1316" kern="1200">
        <a:solidFill>
          <a:schemeClr val="tx1"/>
        </a:solidFill>
        <a:latin typeface="+mn-lt"/>
        <a:ea typeface="+mn-ea"/>
        <a:cs typeface="+mn-cs"/>
      </a:defRPr>
    </a:lvl7pPr>
    <a:lvl8pPr marL="2339492" algn="l" defTabSz="668426" rtl="0" eaLnBrk="1" latinLnBrk="1" hangingPunct="1">
      <a:defRPr sz="1316" kern="1200">
        <a:solidFill>
          <a:schemeClr val="tx1"/>
        </a:solidFill>
        <a:latin typeface="+mn-lt"/>
        <a:ea typeface="+mn-ea"/>
        <a:cs typeface="+mn-cs"/>
      </a:defRPr>
    </a:lvl8pPr>
    <a:lvl9pPr marL="2673706" algn="l" defTabSz="668426" rtl="0" eaLnBrk="1" latinLnBrk="1" hangingPunct="1">
      <a:defRPr sz="131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ABC5BC1-577B-8D94-3A75-32CB51FBBBFE}" name="찬유 김" initials="찬김" userId="51805f38b749590d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493C"/>
    <a:srgbClr val="A69376"/>
    <a:srgbClr val="684B2E"/>
    <a:srgbClr val="F29854"/>
    <a:srgbClr val="975F35"/>
    <a:srgbClr val="BF7C49"/>
    <a:srgbClr val="9E6131"/>
    <a:srgbClr val="798EAF"/>
    <a:srgbClr val="0F1723"/>
    <a:srgbClr val="9A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312" autoAdjust="0"/>
    <p:restoredTop sz="94660"/>
  </p:normalViewPr>
  <p:slideViewPr>
    <p:cSldViewPr snapToGrid="0">
      <p:cViewPr varScale="1">
        <p:scale>
          <a:sx n="72" d="100"/>
          <a:sy n="72" d="100"/>
        </p:scale>
        <p:origin x="72" y="120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788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AE5BE-CDE5-470B-BE58-0C370F32CCFB}" type="datetimeFigureOut">
              <a:rPr lang="ko-KR" altLang="en-US" smtClean="0"/>
              <a:t>12-16(Tue)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12DFC8-5C6F-482C-BD5A-86EF583937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6911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597835"/>
            <a:ext cx="7772400" cy="110251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2914651"/>
            <a:ext cx="6400800" cy="131444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57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9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7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4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2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9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 defTabSz="685803">
              <a:defRPr/>
            </a:pPr>
            <a:fld id="{BAA3B91F-4123-4C8B-BA13-22C6A5E92EC6}" type="datetimeFigureOut">
              <a:rPr lang="ko-KR" altLang="en-US" smtClean="0"/>
              <a:pPr defTabSz="685803">
                <a:defRPr/>
              </a:pPr>
              <a:t>12-16(Tue)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 defTabSz="685803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 defTabSz="685803">
              <a:defRPr/>
            </a:pPr>
            <a:fld id="{2DC5554D-EA7F-4092-A42B-CF2392AA148D}" type="slidenum">
              <a:rPr lang="ko-KR" altLang="en-US" smtClean="0"/>
              <a:pPr defTabSz="685803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7387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 defTabSz="685803">
              <a:defRPr/>
            </a:pPr>
            <a:fld id="{BE8A271A-B1DE-40FD-8093-1544522B92A4}" type="datetimeFigureOut">
              <a:rPr lang="ko-KR" altLang="en-US" smtClean="0"/>
              <a:pPr defTabSz="685803">
                <a:defRPr/>
              </a:pPr>
              <a:t>12-16(Tue)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 defTabSz="685803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 defTabSz="685803">
              <a:defRPr/>
            </a:pPr>
            <a:fld id="{07AFC544-57CF-4D6C-9B62-8B57CAD3C040}" type="slidenum">
              <a:rPr lang="ko-KR" altLang="en-US" smtClean="0"/>
              <a:pPr defTabSz="685803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3615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3305191"/>
            <a:ext cx="7772400" cy="1021556"/>
          </a:xfrm>
        </p:spPr>
        <p:txBody>
          <a:bodyPr anchor="t"/>
          <a:lstStyle>
            <a:lvl1pPr algn="l">
              <a:defRPr sz="226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13">
                <a:solidFill>
                  <a:schemeClr val="tx1">
                    <a:tint val="75000"/>
                  </a:schemeClr>
                </a:solidFill>
              </a:defRPr>
            </a:lvl1pPr>
            <a:lvl2pPr marL="25747" indent="0">
              <a:buNone/>
              <a:defRPr sz="108">
                <a:solidFill>
                  <a:schemeClr val="tx1">
                    <a:tint val="75000"/>
                  </a:schemeClr>
                </a:solidFill>
              </a:defRPr>
            </a:lvl2pPr>
            <a:lvl3pPr marL="51494" indent="0">
              <a:buNone/>
              <a:defRPr sz="108">
                <a:solidFill>
                  <a:schemeClr val="tx1">
                    <a:tint val="75000"/>
                  </a:schemeClr>
                </a:solidFill>
              </a:defRPr>
            </a:lvl3pPr>
            <a:lvl4pPr marL="77240" indent="0">
              <a:buNone/>
              <a:defRPr sz="108">
                <a:solidFill>
                  <a:schemeClr val="tx1">
                    <a:tint val="75000"/>
                  </a:schemeClr>
                </a:solidFill>
              </a:defRPr>
            </a:lvl4pPr>
            <a:lvl5pPr marL="102986" indent="0">
              <a:buNone/>
              <a:defRPr sz="108">
                <a:solidFill>
                  <a:schemeClr val="tx1">
                    <a:tint val="75000"/>
                  </a:schemeClr>
                </a:solidFill>
              </a:defRPr>
            </a:lvl5pPr>
            <a:lvl6pPr marL="128734" indent="0">
              <a:buNone/>
              <a:defRPr sz="108">
                <a:solidFill>
                  <a:schemeClr val="tx1">
                    <a:tint val="75000"/>
                  </a:schemeClr>
                </a:solidFill>
              </a:defRPr>
            </a:lvl6pPr>
            <a:lvl7pPr marL="154481" indent="0">
              <a:buNone/>
              <a:defRPr sz="108">
                <a:solidFill>
                  <a:schemeClr val="tx1">
                    <a:tint val="75000"/>
                  </a:schemeClr>
                </a:solidFill>
              </a:defRPr>
            </a:lvl7pPr>
            <a:lvl8pPr marL="180228" indent="0">
              <a:buNone/>
              <a:defRPr sz="108">
                <a:solidFill>
                  <a:schemeClr val="tx1">
                    <a:tint val="75000"/>
                  </a:schemeClr>
                </a:solidFill>
              </a:defRPr>
            </a:lvl8pPr>
            <a:lvl9pPr marL="205974" indent="0">
              <a:buNone/>
              <a:defRPr sz="10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 defTabSz="685803">
              <a:defRPr/>
            </a:pPr>
            <a:fld id="{2562B37C-6DA2-424E-8B01-7BE93978F9B5}" type="datetimeFigureOut">
              <a:rPr lang="ko-KR" altLang="en-US" smtClean="0"/>
              <a:pPr defTabSz="685803">
                <a:defRPr/>
              </a:pPr>
              <a:t>12-16(Tue)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 defTabSz="685803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 defTabSz="685803">
              <a:defRPr/>
            </a:pPr>
            <a:fld id="{222A86AB-91FB-47EA-B086-2BE208D79889}" type="slidenum">
              <a:rPr lang="ko-KR" altLang="en-US" smtClean="0"/>
              <a:pPr defTabSz="685803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0392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200155"/>
            <a:ext cx="4038600" cy="3394472"/>
          </a:xfrm>
        </p:spPr>
        <p:txBody>
          <a:bodyPr/>
          <a:lstStyle>
            <a:lvl1pPr>
              <a:defRPr sz="158"/>
            </a:lvl1pPr>
            <a:lvl2pPr>
              <a:defRPr sz="135"/>
            </a:lvl2pPr>
            <a:lvl3pPr>
              <a:defRPr sz="113"/>
            </a:lvl3pPr>
            <a:lvl4pPr>
              <a:defRPr sz="108"/>
            </a:lvl4pPr>
            <a:lvl5pPr>
              <a:defRPr sz="108"/>
            </a:lvl5pPr>
            <a:lvl6pPr>
              <a:defRPr sz="108"/>
            </a:lvl6pPr>
            <a:lvl7pPr>
              <a:defRPr sz="108"/>
            </a:lvl7pPr>
            <a:lvl8pPr>
              <a:defRPr sz="108"/>
            </a:lvl8pPr>
            <a:lvl9pPr>
              <a:defRPr sz="108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200155"/>
            <a:ext cx="4038600" cy="3394472"/>
          </a:xfrm>
        </p:spPr>
        <p:txBody>
          <a:bodyPr/>
          <a:lstStyle>
            <a:lvl1pPr>
              <a:defRPr sz="158"/>
            </a:lvl1pPr>
            <a:lvl2pPr>
              <a:defRPr sz="135"/>
            </a:lvl2pPr>
            <a:lvl3pPr>
              <a:defRPr sz="113"/>
            </a:lvl3pPr>
            <a:lvl4pPr>
              <a:defRPr sz="108"/>
            </a:lvl4pPr>
            <a:lvl5pPr>
              <a:defRPr sz="108"/>
            </a:lvl5pPr>
            <a:lvl6pPr>
              <a:defRPr sz="108"/>
            </a:lvl6pPr>
            <a:lvl7pPr>
              <a:defRPr sz="108"/>
            </a:lvl7pPr>
            <a:lvl8pPr>
              <a:defRPr sz="108"/>
            </a:lvl8pPr>
            <a:lvl9pPr>
              <a:defRPr sz="108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 defTabSz="685803">
              <a:defRPr/>
            </a:pPr>
            <a:fld id="{767378AD-3142-44CC-AEEA-C3071852BCB2}" type="datetimeFigureOut">
              <a:rPr lang="ko-KR" altLang="en-US" smtClean="0"/>
              <a:pPr defTabSz="685803">
                <a:defRPr/>
              </a:pPr>
              <a:t>12-16(Tue)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 defTabSz="685803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 defTabSz="685803">
              <a:defRPr/>
            </a:pPr>
            <a:fld id="{4B48336C-849F-4611-A929-D88A720793AB}" type="slidenum">
              <a:rPr lang="ko-KR" altLang="en-US" smtClean="0"/>
              <a:pPr defTabSz="685803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1194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151336"/>
            <a:ext cx="4040188" cy="479822"/>
          </a:xfrm>
        </p:spPr>
        <p:txBody>
          <a:bodyPr anchor="b"/>
          <a:lstStyle>
            <a:lvl1pPr marL="0" indent="0">
              <a:buNone/>
              <a:defRPr sz="135" b="1"/>
            </a:lvl1pPr>
            <a:lvl2pPr marL="25747" indent="0">
              <a:buNone/>
              <a:defRPr sz="113" b="1"/>
            </a:lvl2pPr>
            <a:lvl3pPr marL="51494" indent="0">
              <a:buNone/>
              <a:defRPr sz="108" b="1"/>
            </a:lvl3pPr>
            <a:lvl4pPr marL="77240" indent="0">
              <a:buNone/>
              <a:defRPr sz="108" b="1"/>
            </a:lvl4pPr>
            <a:lvl5pPr marL="102986" indent="0">
              <a:buNone/>
              <a:defRPr sz="108" b="1"/>
            </a:lvl5pPr>
            <a:lvl6pPr marL="128734" indent="0">
              <a:buNone/>
              <a:defRPr sz="108" b="1"/>
            </a:lvl6pPr>
            <a:lvl7pPr marL="154481" indent="0">
              <a:buNone/>
              <a:defRPr sz="108" b="1"/>
            </a:lvl7pPr>
            <a:lvl8pPr marL="180228" indent="0">
              <a:buNone/>
              <a:defRPr sz="108" b="1"/>
            </a:lvl8pPr>
            <a:lvl9pPr marL="205974" indent="0">
              <a:buNone/>
              <a:defRPr sz="108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1631157"/>
            <a:ext cx="4040188" cy="2963466"/>
          </a:xfrm>
        </p:spPr>
        <p:txBody>
          <a:bodyPr/>
          <a:lstStyle>
            <a:lvl1pPr>
              <a:defRPr sz="135"/>
            </a:lvl1pPr>
            <a:lvl2pPr>
              <a:defRPr sz="113"/>
            </a:lvl2pPr>
            <a:lvl3pPr>
              <a:defRPr sz="108"/>
            </a:lvl3pPr>
            <a:lvl4pPr>
              <a:defRPr sz="108"/>
            </a:lvl4pPr>
            <a:lvl5pPr>
              <a:defRPr sz="108"/>
            </a:lvl5pPr>
            <a:lvl6pPr>
              <a:defRPr sz="108"/>
            </a:lvl6pPr>
            <a:lvl7pPr>
              <a:defRPr sz="108"/>
            </a:lvl7pPr>
            <a:lvl8pPr>
              <a:defRPr sz="108"/>
            </a:lvl8pPr>
            <a:lvl9pPr>
              <a:defRPr sz="108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37" y="1151336"/>
            <a:ext cx="4041775" cy="479822"/>
          </a:xfrm>
        </p:spPr>
        <p:txBody>
          <a:bodyPr anchor="b"/>
          <a:lstStyle>
            <a:lvl1pPr marL="0" indent="0">
              <a:buNone/>
              <a:defRPr sz="135" b="1"/>
            </a:lvl1pPr>
            <a:lvl2pPr marL="25747" indent="0">
              <a:buNone/>
              <a:defRPr sz="113" b="1"/>
            </a:lvl2pPr>
            <a:lvl3pPr marL="51494" indent="0">
              <a:buNone/>
              <a:defRPr sz="108" b="1"/>
            </a:lvl3pPr>
            <a:lvl4pPr marL="77240" indent="0">
              <a:buNone/>
              <a:defRPr sz="108" b="1"/>
            </a:lvl4pPr>
            <a:lvl5pPr marL="102986" indent="0">
              <a:buNone/>
              <a:defRPr sz="108" b="1"/>
            </a:lvl5pPr>
            <a:lvl6pPr marL="128734" indent="0">
              <a:buNone/>
              <a:defRPr sz="108" b="1"/>
            </a:lvl6pPr>
            <a:lvl7pPr marL="154481" indent="0">
              <a:buNone/>
              <a:defRPr sz="108" b="1"/>
            </a:lvl7pPr>
            <a:lvl8pPr marL="180228" indent="0">
              <a:buNone/>
              <a:defRPr sz="108" b="1"/>
            </a:lvl8pPr>
            <a:lvl9pPr marL="205974" indent="0">
              <a:buNone/>
              <a:defRPr sz="108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37" y="1631157"/>
            <a:ext cx="4041775" cy="2963466"/>
          </a:xfrm>
        </p:spPr>
        <p:txBody>
          <a:bodyPr/>
          <a:lstStyle>
            <a:lvl1pPr>
              <a:defRPr sz="135"/>
            </a:lvl1pPr>
            <a:lvl2pPr>
              <a:defRPr sz="113"/>
            </a:lvl2pPr>
            <a:lvl3pPr>
              <a:defRPr sz="108"/>
            </a:lvl3pPr>
            <a:lvl4pPr>
              <a:defRPr sz="108"/>
            </a:lvl4pPr>
            <a:lvl5pPr>
              <a:defRPr sz="108"/>
            </a:lvl5pPr>
            <a:lvl6pPr>
              <a:defRPr sz="108"/>
            </a:lvl6pPr>
            <a:lvl7pPr>
              <a:defRPr sz="108"/>
            </a:lvl7pPr>
            <a:lvl8pPr>
              <a:defRPr sz="108"/>
            </a:lvl8pPr>
            <a:lvl9pPr>
              <a:defRPr sz="108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 defTabSz="685803">
              <a:defRPr/>
            </a:pPr>
            <a:fld id="{5ECFE7D1-4F24-4A24-B9F7-5012D2A66646}" type="datetimeFigureOut">
              <a:rPr lang="ko-KR" altLang="en-US" smtClean="0"/>
              <a:pPr defTabSz="685803">
                <a:defRPr/>
              </a:pPr>
              <a:t>12-16(Tue)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 defTabSz="685803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 defTabSz="685803">
              <a:defRPr/>
            </a:pPr>
            <a:fld id="{4BC4AFE3-1DB6-4C7C-8CB5-5A268870C95D}" type="slidenum">
              <a:rPr lang="ko-KR" altLang="en-US" smtClean="0"/>
              <a:pPr defTabSz="685803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5195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 defTabSz="685803">
              <a:defRPr/>
            </a:pPr>
            <a:fld id="{1B8CA09E-7451-4000-AC8C-C1848565EA16}" type="datetimeFigureOut">
              <a:rPr lang="ko-KR" altLang="en-US" smtClean="0"/>
              <a:pPr defTabSz="685803">
                <a:defRPr/>
              </a:pPr>
              <a:t>12-16(Tue)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 defTabSz="685803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 defTabSz="685803">
              <a:defRPr/>
            </a:pPr>
            <a:fld id="{E543FDAF-F4F2-4AAD-8ED3-8BA4F732DCA7}" type="slidenum">
              <a:rPr lang="ko-KR" altLang="en-US" smtClean="0"/>
              <a:pPr defTabSz="685803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3960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 defTabSz="685803">
              <a:defRPr/>
            </a:pPr>
            <a:fld id="{3BB09299-459A-4D83-9D93-65D493EFBE1C}" type="datetimeFigureOut">
              <a:rPr lang="ko-KR" altLang="en-US" smtClean="0"/>
              <a:pPr defTabSz="685803">
                <a:defRPr/>
              </a:pPr>
              <a:t>12-16(Tue)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 defTabSz="685803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 defTabSz="685803">
              <a:defRPr/>
            </a:pPr>
            <a:fld id="{CA25AD67-3EA2-4A66-893B-D5C52C62C92A}" type="slidenum">
              <a:rPr lang="ko-KR" altLang="en-US" smtClean="0"/>
              <a:pPr defTabSz="685803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447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113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04803"/>
            <a:ext cx="5111750" cy="4389835"/>
          </a:xfrm>
        </p:spPr>
        <p:txBody>
          <a:bodyPr/>
          <a:lstStyle>
            <a:lvl1pPr>
              <a:defRPr sz="181"/>
            </a:lvl1pPr>
            <a:lvl2pPr>
              <a:defRPr sz="158"/>
            </a:lvl2pPr>
            <a:lvl3pPr>
              <a:defRPr sz="135"/>
            </a:lvl3pPr>
            <a:lvl4pPr>
              <a:defRPr sz="113"/>
            </a:lvl4pPr>
            <a:lvl5pPr>
              <a:defRPr sz="113"/>
            </a:lvl5pPr>
            <a:lvl6pPr>
              <a:defRPr sz="113"/>
            </a:lvl6pPr>
            <a:lvl7pPr>
              <a:defRPr sz="113"/>
            </a:lvl7pPr>
            <a:lvl8pPr>
              <a:defRPr sz="113"/>
            </a:lvl8pPr>
            <a:lvl9pPr>
              <a:defRPr sz="113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3" y="1076328"/>
            <a:ext cx="3008313" cy="3518298"/>
          </a:xfrm>
        </p:spPr>
        <p:txBody>
          <a:bodyPr/>
          <a:lstStyle>
            <a:lvl1pPr marL="0" indent="0">
              <a:buNone/>
              <a:defRPr sz="108"/>
            </a:lvl1pPr>
            <a:lvl2pPr marL="25747" indent="0">
              <a:buNone/>
              <a:defRPr sz="108"/>
            </a:lvl2pPr>
            <a:lvl3pPr marL="51494" indent="0">
              <a:buNone/>
              <a:defRPr sz="108"/>
            </a:lvl3pPr>
            <a:lvl4pPr marL="77240" indent="0">
              <a:buNone/>
              <a:defRPr sz="108"/>
            </a:lvl4pPr>
            <a:lvl5pPr marL="102986" indent="0">
              <a:buNone/>
              <a:defRPr sz="108"/>
            </a:lvl5pPr>
            <a:lvl6pPr marL="128734" indent="0">
              <a:buNone/>
              <a:defRPr sz="108"/>
            </a:lvl6pPr>
            <a:lvl7pPr marL="154481" indent="0">
              <a:buNone/>
              <a:defRPr sz="108"/>
            </a:lvl7pPr>
            <a:lvl8pPr marL="180228" indent="0">
              <a:buNone/>
              <a:defRPr sz="108"/>
            </a:lvl8pPr>
            <a:lvl9pPr marL="205974" indent="0">
              <a:buNone/>
              <a:defRPr sz="108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 defTabSz="685803">
              <a:defRPr/>
            </a:pPr>
            <a:fld id="{F1B2E4E6-8840-41F9-ACFF-79AEB0E06243}" type="datetimeFigureOut">
              <a:rPr lang="ko-KR" altLang="en-US" smtClean="0"/>
              <a:pPr defTabSz="685803">
                <a:defRPr/>
              </a:pPr>
              <a:t>12-16(Tue)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 defTabSz="685803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 defTabSz="685803">
              <a:defRPr/>
            </a:pPr>
            <a:fld id="{7B3CC18E-4247-499A-9ADD-58D06AE2502C}" type="slidenum">
              <a:rPr lang="ko-KR" altLang="en-US" smtClean="0"/>
              <a:pPr defTabSz="685803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3409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13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459582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181"/>
            </a:lvl1pPr>
            <a:lvl2pPr marL="25747" indent="0">
              <a:buNone/>
              <a:defRPr sz="158"/>
            </a:lvl2pPr>
            <a:lvl3pPr marL="51494" indent="0">
              <a:buNone/>
              <a:defRPr sz="135"/>
            </a:lvl3pPr>
            <a:lvl4pPr marL="77240" indent="0">
              <a:buNone/>
              <a:defRPr sz="113"/>
            </a:lvl4pPr>
            <a:lvl5pPr marL="102986" indent="0">
              <a:buNone/>
              <a:defRPr sz="113"/>
            </a:lvl5pPr>
            <a:lvl6pPr marL="128734" indent="0">
              <a:buNone/>
              <a:defRPr sz="113"/>
            </a:lvl6pPr>
            <a:lvl7pPr marL="154481" indent="0">
              <a:buNone/>
              <a:defRPr sz="113"/>
            </a:lvl7pPr>
            <a:lvl8pPr marL="180228" indent="0">
              <a:buNone/>
              <a:defRPr sz="113"/>
            </a:lvl8pPr>
            <a:lvl9pPr marL="205974" indent="0">
              <a:buNone/>
              <a:defRPr sz="113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8"/>
          </a:xfrm>
        </p:spPr>
        <p:txBody>
          <a:bodyPr/>
          <a:lstStyle>
            <a:lvl1pPr marL="0" indent="0">
              <a:buNone/>
              <a:defRPr sz="108"/>
            </a:lvl1pPr>
            <a:lvl2pPr marL="25747" indent="0">
              <a:buNone/>
              <a:defRPr sz="108"/>
            </a:lvl2pPr>
            <a:lvl3pPr marL="51494" indent="0">
              <a:buNone/>
              <a:defRPr sz="108"/>
            </a:lvl3pPr>
            <a:lvl4pPr marL="77240" indent="0">
              <a:buNone/>
              <a:defRPr sz="108"/>
            </a:lvl4pPr>
            <a:lvl5pPr marL="102986" indent="0">
              <a:buNone/>
              <a:defRPr sz="108"/>
            </a:lvl5pPr>
            <a:lvl6pPr marL="128734" indent="0">
              <a:buNone/>
              <a:defRPr sz="108"/>
            </a:lvl6pPr>
            <a:lvl7pPr marL="154481" indent="0">
              <a:buNone/>
              <a:defRPr sz="108"/>
            </a:lvl7pPr>
            <a:lvl8pPr marL="180228" indent="0">
              <a:buNone/>
              <a:defRPr sz="108"/>
            </a:lvl8pPr>
            <a:lvl9pPr marL="205974" indent="0">
              <a:buNone/>
              <a:defRPr sz="108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 defTabSz="685803">
              <a:defRPr/>
            </a:pPr>
            <a:fld id="{FD6B09DC-298A-46B6-A618-DB52938B30A2}" type="datetimeFigureOut">
              <a:rPr lang="ko-KR" altLang="en-US" smtClean="0"/>
              <a:pPr defTabSz="685803">
                <a:defRPr/>
              </a:pPr>
              <a:t>12-16(Tue)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 defTabSz="685803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 defTabSz="685803">
              <a:defRPr/>
            </a:pPr>
            <a:fld id="{F6CC2F34-6492-4262-839A-2C74E3BDEC99}" type="slidenum">
              <a:rPr lang="ko-KR" altLang="en-US" smtClean="0"/>
              <a:pPr defTabSz="685803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7307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 defTabSz="685803">
              <a:defRPr/>
            </a:pPr>
            <a:fld id="{9E0C7244-2EB4-4328-A876-BF9FA8AAAC76}" type="datetimeFigureOut">
              <a:rPr lang="ko-KR" altLang="en-US" smtClean="0"/>
              <a:pPr defTabSz="685803">
                <a:defRPr/>
              </a:pPr>
              <a:t>12-16(Tue)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 defTabSz="685803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 defTabSz="685803">
              <a:defRPr/>
            </a:pPr>
            <a:fld id="{BE4CCC80-A6D8-442C-8CC8-312A19EBB01B}" type="slidenum">
              <a:rPr lang="ko-KR" altLang="en-US" smtClean="0"/>
              <a:pPr defTabSz="685803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1735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05994"/>
            <a:ext cx="2057400" cy="43886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05994"/>
            <a:ext cx="6019800" cy="43886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 defTabSz="685803">
              <a:defRPr/>
            </a:pPr>
            <a:fld id="{EA0C443D-B6A0-44FA-827F-4CAC66AD61EA}" type="datetimeFigureOut">
              <a:rPr lang="ko-KR" altLang="en-US" smtClean="0"/>
              <a:pPr defTabSz="685803">
                <a:defRPr/>
              </a:pPr>
              <a:t>12-16(Tue)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 defTabSz="685803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fontAlgn="base" latinLnBrk="0" hangingPunct="0">
              <a:spcBef>
                <a:spcPct val="0"/>
              </a:spcBef>
              <a:spcAft>
                <a:spcPct val="0"/>
              </a:spcAft>
              <a:defRPr kumimoji="1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 defTabSz="685803">
              <a:defRPr/>
            </a:pPr>
            <a:fld id="{57809091-3E9B-49C9-B5B6-94DA08AD5D49}" type="slidenum">
              <a:rPr lang="ko-KR" altLang="en-US" smtClean="0"/>
              <a:pPr defTabSz="685803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93808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1065212"/>
            <a:ext cx="3886200" cy="73501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943100"/>
            <a:ext cx="3200400" cy="8763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28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143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600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4741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751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1157" y="2203450"/>
            <a:ext cx="3886200" cy="681038"/>
          </a:xfrm>
        </p:spPr>
        <p:txBody>
          <a:bodyPr anchor="t"/>
          <a:lstStyle>
            <a:lvl1pPr algn="l">
              <a:defRPr sz="2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1157" y="1453357"/>
            <a:ext cx="3886200" cy="750094"/>
          </a:xfrm>
        </p:spPr>
        <p:txBody>
          <a:bodyPr anchor="b"/>
          <a:lstStyle>
            <a:lvl1pPr marL="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  <a:lvl2pPr marL="2286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2pPr>
            <a:lvl3pPr marL="45720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3pPr>
            <a:lvl4pPr marL="6858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4pPr>
            <a:lvl5pPr marL="9144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5pPr>
            <a:lvl6pPr marL="11430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6pPr>
            <a:lvl7pPr marL="13716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7pPr>
            <a:lvl8pPr marL="16002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8pPr>
            <a:lvl9pPr marL="1828800" indent="0">
              <a:buNone/>
              <a:defRPr sz="7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1347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800100"/>
            <a:ext cx="2019300" cy="2262982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24100" y="800100"/>
            <a:ext cx="2019300" cy="2262982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0272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767556"/>
            <a:ext cx="2020094" cy="319881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8600" y="1087438"/>
            <a:ext cx="2020094" cy="1975644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22513" y="767556"/>
            <a:ext cx="2020888" cy="319881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22513" y="1087438"/>
            <a:ext cx="2020888" cy="1975644"/>
          </a:xfrm>
        </p:spPr>
        <p:txBody>
          <a:bodyPr/>
          <a:lstStyle>
            <a:lvl1pPr>
              <a:defRPr sz="12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2697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134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8723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36525"/>
            <a:ext cx="1504157" cy="581025"/>
          </a:xfrm>
        </p:spPr>
        <p:txBody>
          <a:bodyPr anchor="b"/>
          <a:lstStyle>
            <a:lvl1pPr algn="l">
              <a:defRPr sz="1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7525" y="136525"/>
            <a:ext cx="2555875" cy="2926557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8600" y="717550"/>
            <a:ext cx="1504157" cy="2345532"/>
          </a:xfrm>
        </p:spPr>
        <p:txBody>
          <a:bodyPr/>
          <a:lstStyle>
            <a:lvl1pPr marL="0" indent="0">
              <a:buNone/>
              <a:defRPr sz="700"/>
            </a:lvl1pPr>
            <a:lvl2pPr marL="228600" indent="0">
              <a:buNone/>
              <a:defRPr sz="600"/>
            </a:lvl2pPr>
            <a:lvl3pPr marL="457200" indent="0">
              <a:buNone/>
              <a:defRPr sz="500"/>
            </a:lvl3pPr>
            <a:lvl4pPr marL="685800" indent="0">
              <a:buNone/>
              <a:defRPr sz="450"/>
            </a:lvl4pPr>
            <a:lvl5pPr marL="914400" indent="0">
              <a:buNone/>
              <a:defRPr sz="450"/>
            </a:lvl5pPr>
            <a:lvl6pPr marL="1143000" indent="0">
              <a:buNone/>
              <a:defRPr sz="450"/>
            </a:lvl6pPr>
            <a:lvl7pPr marL="1371600" indent="0">
              <a:buNone/>
              <a:defRPr sz="450"/>
            </a:lvl7pPr>
            <a:lvl8pPr marL="1600200" indent="0">
              <a:buNone/>
              <a:defRPr sz="450"/>
            </a:lvl8pPr>
            <a:lvl9pPr marL="1828800" indent="0">
              <a:buNone/>
              <a:defRPr sz="4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4424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6144" y="2400300"/>
            <a:ext cx="2743200" cy="283369"/>
          </a:xfrm>
        </p:spPr>
        <p:txBody>
          <a:bodyPr anchor="b"/>
          <a:lstStyle>
            <a:lvl1pPr algn="l">
              <a:defRPr sz="1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96144" y="306388"/>
            <a:ext cx="2743200" cy="2057400"/>
          </a:xfrm>
        </p:spPr>
        <p:txBody>
          <a:bodyPr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6144" y="2683669"/>
            <a:ext cx="2743200" cy="402431"/>
          </a:xfrm>
        </p:spPr>
        <p:txBody>
          <a:bodyPr/>
          <a:lstStyle>
            <a:lvl1pPr marL="0" indent="0">
              <a:buNone/>
              <a:defRPr sz="700"/>
            </a:lvl1pPr>
            <a:lvl2pPr marL="228600" indent="0">
              <a:buNone/>
              <a:defRPr sz="600"/>
            </a:lvl2pPr>
            <a:lvl3pPr marL="457200" indent="0">
              <a:buNone/>
              <a:defRPr sz="500"/>
            </a:lvl3pPr>
            <a:lvl4pPr marL="685800" indent="0">
              <a:buNone/>
              <a:defRPr sz="450"/>
            </a:lvl4pPr>
            <a:lvl5pPr marL="914400" indent="0">
              <a:buNone/>
              <a:defRPr sz="450"/>
            </a:lvl5pPr>
            <a:lvl6pPr marL="1143000" indent="0">
              <a:buNone/>
              <a:defRPr sz="450"/>
            </a:lvl6pPr>
            <a:lvl7pPr marL="1371600" indent="0">
              <a:buNone/>
              <a:defRPr sz="450"/>
            </a:lvl7pPr>
            <a:lvl8pPr marL="1600200" indent="0">
              <a:buNone/>
              <a:defRPr sz="450"/>
            </a:lvl8pPr>
            <a:lvl9pPr marL="1828800" indent="0">
              <a:buNone/>
              <a:defRPr sz="4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2954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553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314700" y="137319"/>
            <a:ext cx="1028700" cy="2925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137319"/>
            <a:ext cx="3009900" cy="2925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565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200152"/>
            <a:ext cx="8229600" cy="339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08">
                <a:solidFill>
                  <a:prstClr val="black">
                    <a:tint val="75000"/>
                  </a:prstClr>
                </a:solidFill>
                <a:latin typeface="맑은 고딕"/>
                <a:ea typeface="맑은 고딕" panose="020B0503020000020004" pitchFamily="50" charset="-127"/>
              </a:defRPr>
            </a:lvl1pPr>
          </a:lstStyle>
          <a:p>
            <a:pPr defTabSz="685803">
              <a:defRPr/>
            </a:pPr>
            <a:fld id="{9FB45B3D-7D5D-4538-B5CD-17D4D460B8E6}" type="datetimeFigureOut">
              <a:rPr lang="ko-KR" altLang="en-US" smtClean="0"/>
              <a:pPr defTabSz="685803">
                <a:defRPr/>
              </a:pPr>
              <a:t>12-16(Tue)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08">
                <a:solidFill>
                  <a:prstClr val="black">
                    <a:tint val="75000"/>
                  </a:prstClr>
                </a:solidFill>
                <a:latin typeface="맑은 고딕"/>
                <a:ea typeface="맑은 고딕" panose="020B0503020000020004" pitchFamily="50" charset="-127"/>
              </a:defRPr>
            </a:lvl1pPr>
          </a:lstStyle>
          <a:p>
            <a:pPr defTabSz="685803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08">
                <a:solidFill>
                  <a:prstClr val="black">
                    <a:tint val="75000"/>
                  </a:prstClr>
                </a:solidFill>
                <a:latin typeface="맑은 고딕"/>
                <a:ea typeface="맑은 고딕" panose="020B0503020000020004" pitchFamily="50" charset="-127"/>
              </a:defRPr>
            </a:lvl1pPr>
          </a:lstStyle>
          <a:p>
            <a:pPr defTabSz="685803">
              <a:defRPr/>
            </a:pPr>
            <a:fld id="{C2AFAC1C-1C0E-4F86-9FC7-D283B6DE502B}" type="slidenum">
              <a:rPr lang="ko-KR" altLang="en-US" smtClean="0"/>
              <a:pPr defTabSz="685803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0717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</p:sldLayoutIdLst>
  <p:txStyles>
    <p:titleStyle>
      <a:lvl1pPr algn="ctr" defTabSz="50006" rtl="0" eaLnBrk="0" fontAlgn="base" latinLnBrk="1" hangingPunct="0">
        <a:spcBef>
          <a:spcPct val="0"/>
        </a:spcBef>
        <a:spcAft>
          <a:spcPct val="0"/>
        </a:spcAft>
        <a:defRPr sz="151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50006" rtl="0" eaLnBrk="0" fontAlgn="base" latinLnBrk="1" hangingPunct="0">
        <a:spcBef>
          <a:spcPct val="0"/>
        </a:spcBef>
        <a:spcAft>
          <a:spcPct val="0"/>
        </a:spcAft>
        <a:defRPr sz="15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2pPr>
      <a:lvl3pPr algn="ctr" defTabSz="50006" rtl="0" eaLnBrk="0" fontAlgn="base" latinLnBrk="1" hangingPunct="0">
        <a:spcBef>
          <a:spcPct val="0"/>
        </a:spcBef>
        <a:spcAft>
          <a:spcPct val="0"/>
        </a:spcAft>
        <a:defRPr sz="15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3pPr>
      <a:lvl4pPr algn="ctr" defTabSz="50006" rtl="0" eaLnBrk="0" fontAlgn="base" latinLnBrk="1" hangingPunct="0">
        <a:spcBef>
          <a:spcPct val="0"/>
        </a:spcBef>
        <a:spcAft>
          <a:spcPct val="0"/>
        </a:spcAft>
        <a:defRPr sz="15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4pPr>
      <a:lvl5pPr algn="ctr" defTabSz="50006" rtl="0" eaLnBrk="0" fontAlgn="base" latinLnBrk="1" hangingPunct="0">
        <a:spcBef>
          <a:spcPct val="0"/>
        </a:spcBef>
        <a:spcAft>
          <a:spcPct val="0"/>
        </a:spcAft>
        <a:defRPr sz="15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5pPr>
      <a:lvl6pPr marL="34329" algn="ctr" defTabSz="51494" rtl="0" fontAlgn="base" latinLnBrk="1">
        <a:spcBef>
          <a:spcPct val="0"/>
        </a:spcBef>
        <a:spcAft>
          <a:spcPct val="0"/>
        </a:spcAft>
        <a:defRPr sz="248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6pPr>
      <a:lvl7pPr marL="68659" algn="ctr" defTabSz="51494" rtl="0" fontAlgn="base" latinLnBrk="1">
        <a:spcBef>
          <a:spcPct val="0"/>
        </a:spcBef>
        <a:spcAft>
          <a:spcPct val="0"/>
        </a:spcAft>
        <a:defRPr sz="248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7pPr>
      <a:lvl8pPr marL="102986" algn="ctr" defTabSz="51494" rtl="0" fontAlgn="base" latinLnBrk="1">
        <a:spcBef>
          <a:spcPct val="0"/>
        </a:spcBef>
        <a:spcAft>
          <a:spcPct val="0"/>
        </a:spcAft>
        <a:defRPr sz="248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8pPr>
      <a:lvl9pPr marL="137316" algn="ctr" defTabSz="51494" rtl="0" fontAlgn="base" latinLnBrk="1">
        <a:spcBef>
          <a:spcPct val="0"/>
        </a:spcBef>
        <a:spcAft>
          <a:spcPct val="0"/>
        </a:spcAft>
        <a:defRPr sz="248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9pPr>
    </p:titleStyle>
    <p:bodyStyle>
      <a:lvl1pPr marL="17861" indent="-17861" algn="l" defTabSz="50006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0481" indent="-14288" algn="l" defTabSz="50006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08" kern="1200">
          <a:solidFill>
            <a:schemeClr val="tx1"/>
          </a:solidFill>
          <a:latin typeface="+mn-lt"/>
          <a:ea typeface="+mn-ea"/>
          <a:cs typeface="+mn-cs"/>
        </a:defRPr>
      </a:lvl2pPr>
      <a:lvl3pPr marL="63105" indent="-11906" algn="l" defTabSz="50006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89297" indent="-11906" algn="l" defTabSz="50006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08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" indent="-11906" algn="l" defTabSz="50006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08" kern="1200">
          <a:solidFill>
            <a:schemeClr val="tx1"/>
          </a:solidFill>
          <a:latin typeface="+mn-lt"/>
          <a:ea typeface="+mn-ea"/>
          <a:cs typeface="+mn-cs"/>
        </a:defRPr>
      </a:lvl5pPr>
      <a:lvl6pPr marL="141606" indent="-12875" algn="l" defTabSz="51494" rtl="0" eaLnBrk="1" latinLnBrk="1" hangingPunct="1">
        <a:spcBef>
          <a:spcPct val="20000"/>
        </a:spcBef>
        <a:buFont typeface="Arial" pitchFamily="34" charset="0"/>
        <a:buChar char="•"/>
        <a:defRPr sz="113" kern="1200">
          <a:solidFill>
            <a:schemeClr val="tx1"/>
          </a:solidFill>
          <a:latin typeface="+mn-lt"/>
          <a:ea typeface="+mn-ea"/>
          <a:cs typeface="+mn-cs"/>
        </a:defRPr>
      </a:lvl6pPr>
      <a:lvl7pPr marL="167354" indent="-12875" algn="l" defTabSz="51494" rtl="0" eaLnBrk="1" latinLnBrk="1" hangingPunct="1">
        <a:spcBef>
          <a:spcPct val="20000"/>
        </a:spcBef>
        <a:buFont typeface="Arial" pitchFamily="34" charset="0"/>
        <a:buChar char="•"/>
        <a:defRPr sz="113" kern="1200">
          <a:solidFill>
            <a:schemeClr val="tx1"/>
          </a:solidFill>
          <a:latin typeface="+mn-lt"/>
          <a:ea typeface="+mn-ea"/>
          <a:cs typeface="+mn-cs"/>
        </a:defRPr>
      </a:lvl7pPr>
      <a:lvl8pPr marL="193100" indent="-12875" algn="l" defTabSz="51494" rtl="0" eaLnBrk="1" latinLnBrk="1" hangingPunct="1">
        <a:spcBef>
          <a:spcPct val="20000"/>
        </a:spcBef>
        <a:buFont typeface="Arial" pitchFamily="34" charset="0"/>
        <a:buChar char="•"/>
        <a:defRPr sz="113" kern="1200">
          <a:solidFill>
            <a:schemeClr val="tx1"/>
          </a:solidFill>
          <a:latin typeface="+mn-lt"/>
          <a:ea typeface="+mn-ea"/>
          <a:cs typeface="+mn-cs"/>
        </a:defRPr>
      </a:lvl8pPr>
      <a:lvl9pPr marL="218846" indent="-12875" algn="l" defTabSz="51494" rtl="0" eaLnBrk="1" latinLnBrk="1" hangingPunct="1">
        <a:spcBef>
          <a:spcPct val="20000"/>
        </a:spcBef>
        <a:buFont typeface="Arial" pitchFamily="34" charset="0"/>
        <a:buChar char="•"/>
        <a:defRPr sz="1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51494" rtl="0" eaLnBrk="1" latinLnBrk="1" hangingPunct="1">
        <a:defRPr sz="108" kern="1200">
          <a:solidFill>
            <a:schemeClr val="tx1"/>
          </a:solidFill>
          <a:latin typeface="+mn-lt"/>
          <a:ea typeface="+mn-ea"/>
          <a:cs typeface="+mn-cs"/>
        </a:defRPr>
      </a:lvl1pPr>
      <a:lvl2pPr marL="25747" algn="l" defTabSz="51494" rtl="0" eaLnBrk="1" latinLnBrk="1" hangingPunct="1">
        <a:defRPr sz="108" kern="1200">
          <a:solidFill>
            <a:schemeClr val="tx1"/>
          </a:solidFill>
          <a:latin typeface="+mn-lt"/>
          <a:ea typeface="+mn-ea"/>
          <a:cs typeface="+mn-cs"/>
        </a:defRPr>
      </a:lvl2pPr>
      <a:lvl3pPr marL="51494" algn="l" defTabSz="51494" rtl="0" eaLnBrk="1" latinLnBrk="1" hangingPunct="1">
        <a:defRPr sz="108" kern="1200">
          <a:solidFill>
            <a:schemeClr val="tx1"/>
          </a:solidFill>
          <a:latin typeface="+mn-lt"/>
          <a:ea typeface="+mn-ea"/>
          <a:cs typeface="+mn-cs"/>
        </a:defRPr>
      </a:lvl3pPr>
      <a:lvl4pPr marL="77240" algn="l" defTabSz="51494" rtl="0" eaLnBrk="1" latinLnBrk="1" hangingPunct="1">
        <a:defRPr sz="108" kern="1200">
          <a:solidFill>
            <a:schemeClr val="tx1"/>
          </a:solidFill>
          <a:latin typeface="+mn-lt"/>
          <a:ea typeface="+mn-ea"/>
          <a:cs typeface="+mn-cs"/>
        </a:defRPr>
      </a:lvl4pPr>
      <a:lvl5pPr marL="102986" algn="l" defTabSz="51494" rtl="0" eaLnBrk="1" latinLnBrk="1" hangingPunct="1">
        <a:defRPr sz="108" kern="1200">
          <a:solidFill>
            <a:schemeClr val="tx1"/>
          </a:solidFill>
          <a:latin typeface="+mn-lt"/>
          <a:ea typeface="+mn-ea"/>
          <a:cs typeface="+mn-cs"/>
        </a:defRPr>
      </a:lvl5pPr>
      <a:lvl6pPr marL="128734" algn="l" defTabSz="51494" rtl="0" eaLnBrk="1" latinLnBrk="1" hangingPunct="1">
        <a:defRPr sz="108" kern="1200">
          <a:solidFill>
            <a:schemeClr val="tx1"/>
          </a:solidFill>
          <a:latin typeface="+mn-lt"/>
          <a:ea typeface="+mn-ea"/>
          <a:cs typeface="+mn-cs"/>
        </a:defRPr>
      </a:lvl6pPr>
      <a:lvl7pPr marL="154481" algn="l" defTabSz="51494" rtl="0" eaLnBrk="1" latinLnBrk="1" hangingPunct="1">
        <a:defRPr sz="108" kern="1200">
          <a:solidFill>
            <a:schemeClr val="tx1"/>
          </a:solidFill>
          <a:latin typeface="+mn-lt"/>
          <a:ea typeface="+mn-ea"/>
          <a:cs typeface="+mn-cs"/>
        </a:defRPr>
      </a:lvl7pPr>
      <a:lvl8pPr marL="180228" algn="l" defTabSz="51494" rtl="0" eaLnBrk="1" latinLnBrk="1" hangingPunct="1">
        <a:defRPr sz="108" kern="1200">
          <a:solidFill>
            <a:schemeClr val="tx1"/>
          </a:solidFill>
          <a:latin typeface="+mn-lt"/>
          <a:ea typeface="+mn-ea"/>
          <a:cs typeface="+mn-cs"/>
        </a:defRPr>
      </a:lvl8pPr>
      <a:lvl9pPr marL="205974" algn="l" defTabSz="51494" rtl="0" eaLnBrk="1" latinLnBrk="1" hangingPunct="1">
        <a:defRPr sz="10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775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22" r:id="rId4"/>
    <p:sldLayoutId id="2147483823" r:id="rId5"/>
    <p:sldLayoutId id="2147483824" r:id="rId6"/>
    <p:sldLayoutId id="2147483825" r:id="rId7"/>
    <p:sldLayoutId id="2147483826" r:id="rId8"/>
    <p:sldLayoutId id="2147483827" r:id="rId9"/>
    <p:sldLayoutId id="2147483828" r:id="rId10"/>
    <p:sldLayoutId id="214748382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4572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indent="-142875" algn="l" defTabSz="457200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spcBef>
          <a:spcPct val="20000"/>
        </a:spcBef>
        <a:buFont typeface="Arial" pitchFamily="34" charset="0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spcBef>
          <a:spcPct val="20000"/>
        </a:spcBef>
        <a:buFont typeface="Arial" pitchFamily="34" charset="0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tile tx="0" ty="0" sx="100000" sy="100000" flip="none" algn="ctr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TextBox 5">
            <a:extLst>
              <a:ext uri="{FF2B5EF4-FFF2-40B4-BE49-F238E27FC236}">
                <a16:creationId xmlns:a16="http://schemas.microsoft.com/office/drawing/2014/main" id="{BB40D6EF-8F30-218E-E265-9321072D5E2D}"/>
              </a:ext>
            </a:extLst>
          </p:cNvPr>
          <p:cNvSpPr txBox="1"/>
          <p:nvPr/>
        </p:nvSpPr>
        <p:spPr>
          <a:xfrm>
            <a:off x="1517742" y="1270423"/>
            <a:ext cx="6108516" cy="16526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0" spc="622" dirty="0">
                <a:solidFill>
                  <a:srgbClr val="092A5B"/>
                </a:solidFill>
                <a:latin typeface="나눔명조 ExtraBold" panose="02020603020101020101" pitchFamily="18" charset="-127"/>
                <a:ea typeface="나눔명조 ExtraBold" panose="02020603020101020101" pitchFamily="18" charset="-127"/>
                <a:cs typeface="League Spartan"/>
                <a:sym typeface="League Spartan"/>
              </a:rPr>
              <a:t>00</a:t>
            </a:r>
            <a:r>
              <a:rPr kumimoji="0" lang="ko-KR" altLang="en-US" sz="8000" b="0" i="0" u="none" strike="noStrike" kern="1200" cap="none" spc="622" normalizeH="0" baseline="0" noProof="0" dirty="0">
                <a:ln>
                  <a:noFill/>
                </a:ln>
                <a:solidFill>
                  <a:srgbClr val="092A5B"/>
                </a:solidFill>
                <a:effectLst/>
                <a:uLnTx/>
                <a:uFillTx/>
                <a:latin typeface="나눔명조 ExtraBold" panose="02020603020101020101" pitchFamily="18" charset="-127"/>
                <a:ea typeface="나눔명조 ExtraBold" panose="02020603020101020101" pitchFamily="18" charset="-127"/>
                <a:cs typeface="League Spartan"/>
                <a:sym typeface="League Spartan"/>
              </a:rPr>
              <a:t>기도회</a:t>
            </a:r>
            <a:endParaRPr kumimoji="0" lang="en-US" sz="8000" b="0" i="0" u="none" strike="noStrike" kern="1200" cap="none" spc="622" normalizeH="0" baseline="0" noProof="0" dirty="0">
              <a:ln>
                <a:noFill/>
              </a:ln>
              <a:solidFill>
                <a:srgbClr val="092A5B"/>
              </a:solidFill>
              <a:effectLst/>
              <a:uLnTx/>
              <a:uFillTx/>
              <a:latin typeface="나눔명조 ExtraBold" panose="02020603020101020101" pitchFamily="18" charset="-127"/>
              <a:ea typeface="나눔명조 ExtraBold" panose="02020603020101020101" pitchFamily="18" charset="-127"/>
              <a:cs typeface="League Spartan"/>
              <a:sym typeface="League Spartan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1A26C7C-33E6-01A7-97EC-F8FF49007842}"/>
              </a:ext>
            </a:extLst>
          </p:cNvPr>
          <p:cNvSpPr txBox="1"/>
          <p:nvPr/>
        </p:nvSpPr>
        <p:spPr>
          <a:xfrm>
            <a:off x="3450539" y="3017435"/>
            <a:ext cx="224292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6842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43597B"/>
                </a:solidFill>
                <a:effectLst/>
                <a:uLnTx/>
                <a:uFillTx/>
                <a:latin typeface="나눔명조 ExtraBold" panose="02020603020101020101" pitchFamily="18" charset="-127"/>
                <a:ea typeface="나눔명조 ExtraBold" panose="02020603020101020101" pitchFamily="18" charset="-127"/>
                <a:cs typeface="+mn-cs"/>
              </a:rPr>
              <a:t>성경 장과 절</a:t>
            </a:r>
          </a:p>
        </p:txBody>
      </p:sp>
    </p:spTree>
    <p:extLst>
      <p:ext uri="{BB962C8B-B14F-4D97-AF65-F5344CB8AC3E}">
        <p14:creationId xmlns:p14="http://schemas.microsoft.com/office/powerpoint/2010/main" val="4135428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tile tx="0" ty="0" sx="100000" sy="100000" flip="none" algn="ctr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9">
            <a:extLst>
              <a:ext uri="{FF2B5EF4-FFF2-40B4-BE49-F238E27FC236}">
                <a16:creationId xmlns:a16="http://schemas.microsoft.com/office/drawing/2014/main" id="{FBF0620F-9B3D-2308-BE4F-C98A91D0D461}"/>
              </a:ext>
            </a:extLst>
          </p:cNvPr>
          <p:cNvSpPr txBox="1"/>
          <p:nvPr/>
        </p:nvSpPr>
        <p:spPr>
          <a:xfrm>
            <a:off x="786132" y="2416531"/>
            <a:ext cx="7392668" cy="14689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668426" rtl="0" eaLnBrk="1" fontAlgn="auto" latinLnBrk="1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000" b="1" i="0" u="none" strike="noStrike" kern="1200" cap="none" spc="-37" normalizeH="0" baseline="0" noProof="0" dirty="0">
                <a:ln>
                  <a:noFill/>
                </a:ln>
                <a:solidFill>
                  <a:srgbClr val="798EAF"/>
                </a:solidFill>
                <a:effectLst/>
                <a:uLnTx/>
                <a:uFillTx/>
                <a:latin typeface="Gowun Batang Bold"/>
                <a:ea typeface="Gowun Batang Bold"/>
                <a:cs typeface="Gowun Batang Bold"/>
                <a:sym typeface="Gowun Batang Bold"/>
              </a:rPr>
              <a:t>조용히 기도로</a:t>
            </a:r>
            <a:endParaRPr kumimoji="0" lang="en-US" altLang="ko-KR" sz="4000" b="1" i="0" u="none" strike="noStrike" kern="1200" cap="none" spc="-37" normalizeH="0" baseline="0" noProof="0" dirty="0">
              <a:ln>
                <a:noFill/>
              </a:ln>
              <a:solidFill>
                <a:srgbClr val="798EAF"/>
              </a:solidFill>
              <a:effectLst/>
              <a:uLnTx/>
              <a:uFillTx/>
              <a:latin typeface="Gowun Batang Bold"/>
              <a:ea typeface="Gowun Batang Bold"/>
              <a:cs typeface="Gowun Batang Bold"/>
              <a:sym typeface="Gowun Batang Bold"/>
            </a:endParaRPr>
          </a:p>
          <a:p>
            <a:pPr marL="0" marR="0" lvl="0" indent="0" algn="ctr" defTabSz="668426" rtl="0" eaLnBrk="1" fontAlgn="auto" latinLnBrk="1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000" b="1" i="0" u="none" strike="noStrike" kern="1200" cap="none" spc="-37" normalizeH="0" baseline="0" noProof="0" dirty="0">
                <a:ln>
                  <a:noFill/>
                </a:ln>
                <a:solidFill>
                  <a:srgbClr val="798EAF"/>
                </a:solidFill>
                <a:effectLst/>
                <a:uLnTx/>
                <a:uFillTx/>
                <a:latin typeface="Gowun Batang Bold"/>
                <a:ea typeface="Gowun Batang Bold"/>
                <a:cs typeface="Gowun Batang Bold"/>
                <a:sym typeface="Gowun Batang Bold"/>
              </a:rPr>
              <a:t>준비해 주시기 바랍니다</a:t>
            </a:r>
            <a:r>
              <a:rPr kumimoji="0" lang="en-US" altLang="ko-KR" sz="4000" b="1" i="0" u="none" strike="noStrike" kern="1200" cap="none" spc="-37" normalizeH="0" baseline="0" noProof="0" dirty="0">
                <a:ln>
                  <a:noFill/>
                </a:ln>
                <a:solidFill>
                  <a:srgbClr val="798EAF"/>
                </a:solidFill>
                <a:effectLst/>
                <a:uLnTx/>
                <a:uFillTx/>
                <a:latin typeface="Gowun Batang Bold"/>
                <a:ea typeface="Gowun Batang Bold"/>
                <a:cs typeface="Gowun Batang Bold"/>
                <a:sym typeface="Gowun Batang Bold"/>
              </a:rPr>
              <a:t>.</a:t>
            </a:r>
            <a:endParaRPr kumimoji="0" lang="en-US" sz="4000" b="1" i="0" u="none" strike="noStrike" kern="1200" cap="none" spc="-37" normalizeH="0" baseline="0" noProof="0" dirty="0">
              <a:ln>
                <a:noFill/>
              </a:ln>
              <a:solidFill>
                <a:srgbClr val="798EAF"/>
              </a:solidFill>
              <a:effectLst/>
              <a:uLnTx/>
              <a:uFillTx/>
              <a:latin typeface="Gowun Batang Bold"/>
              <a:ea typeface="Gowun Batang Bold"/>
              <a:cs typeface="Gowun Batang Bold"/>
              <a:sym typeface="Gowun Batang Bold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88449313-4E2C-ADBE-DE7D-6663B9FB9472}"/>
              </a:ext>
            </a:extLst>
          </p:cNvPr>
          <p:cNvCxnSpPr>
            <a:cxnSpLocks/>
          </p:cNvCxnSpPr>
          <p:nvPr/>
        </p:nvCxnSpPr>
        <p:spPr>
          <a:xfrm>
            <a:off x="1952171" y="2238835"/>
            <a:ext cx="4949372" cy="0"/>
          </a:xfrm>
          <a:prstGeom prst="line">
            <a:avLst/>
          </a:prstGeom>
          <a:ln>
            <a:solidFill>
              <a:srgbClr val="769D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73F5581-419F-415F-1D69-08E8330D622F}"/>
              </a:ext>
            </a:extLst>
          </p:cNvPr>
          <p:cNvSpPr txBox="1"/>
          <p:nvPr/>
        </p:nvSpPr>
        <p:spPr>
          <a:xfrm>
            <a:off x="2577137" y="1465857"/>
            <a:ext cx="381065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6842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43597B"/>
                </a:solidFill>
                <a:effectLst/>
                <a:uLnTx/>
                <a:uFillTx/>
                <a:latin typeface="나눔명조 ExtraBold" panose="02020603020101020101" pitchFamily="18" charset="-127"/>
                <a:ea typeface="나눔명조 ExtraBold" panose="02020603020101020101" pitchFamily="18" charset="-127"/>
                <a:cs typeface="+mn-cs"/>
              </a:rPr>
              <a:t>예배가 곧 시작됩니다</a:t>
            </a:r>
            <a:r>
              <a:rPr kumimoji="0" lang="en-US" altLang="ko-KR" sz="3000" b="0" i="0" u="none" strike="noStrike" kern="1200" cap="none" spc="0" normalizeH="0" baseline="0" noProof="0" dirty="0">
                <a:ln>
                  <a:noFill/>
                </a:ln>
                <a:solidFill>
                  <a:srgbClr val="43597B"/>
                </a:solidFill>
                <a:effectLst/>
                <a:uLnTx/>
                <a:uFillTx/>
                <a:latin typeface="나눔명조 ExtraBold" panose="02020603020101020101" pitchFamily="18" charset="-127"/>
                <a:ea typeface="나눔명조 ExtraBold" panose="02020603020101020101" pitchFamily="18" charset="-127"/>
                <a:cs typeface="+mn-cs"/>
              </a:rPr>
              <a:t>.</a:t>
            </a:r>
            <a:endParaRPr kumimoji="0" lang="ko-KR" altLang="en-US" sz="3000" b="0" i="0" u="none" strike="noStrike" kern="1200" cap="none" spc="0" normalizeH="0" baseline="0" noProof="0" dirty="0">
              <a:ln>
                <a:noFill/>
              </a:ln>
              <a:solidFill>
                <a:srgbClr val="43597B"/>
              </a:solidFill>
              <a:effectLst/>
              <a:uLnTx/>
              <a:uFillTx/>
              <a:latin typeface="나눔명조 ExtraBold" panose="02020603020101020101" pitchFamily="18" charset="-127"/>
              <a:ea typeface="나눔명조 ExtraBold" panose="02020603020101020101" pitchFamily="18" charset="-127"/>
              <a:cs typeface="+mn-cs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F85FF534-837B-357F-11A9-706811616011}"/>
              </a:ext>
            </a:extLst>
          </p:cNvPr>
          <p:cNvGrpSpPr/>
          <p:nvPr/>
        </p:nvGrpSpPr>
        <p:grpSpPr>
          <a:xfrm>
            <a:off x="3839611" y="341774"/>
            <a:ext cx="1285710" cy="340730"/>
            <a:chOff x="7858290" y="235049"/>
            <a:chExt cx="1285710" cy="340730"/>
          </a:xfrm>
        </p:grpSpPr>
        <p:pic>
          <p:nvPicPr>
            <p:cNvPr id="18" name="Picture 4" descr="예장통합 로고">
              <a:extLst>
                <a:ext uri="{FF2B5EF4-FFF2-40B4-BE49-F238E27FC236}">
                  <a16:creationId xmlns:a16="http://schemas.microsoft.com/office/drawing/2014/main" id="{492F4909-EC06-79A6-12F1-747608CF28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58290" y="235049"/>
              <a:ext cx="204443" cy="3091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TextBox 4">
              <a:extLst>
                <a:ext uri="{FF2B5EF4-FFF2-40B4-BE49-F238E27FC236}">
                  <a16:creationId xmlns:a16="http://schemas.microsoft.com/office/drawing/2014/main" id="{AE458871-3128-5290-0C7D-884E64EFDC03}"/>
                </a:ext>
              </a:extLst>
            </p:cNvPr>
            <p:cNvSpPr txBox="1"/>
            <p:nvPr/>
          </p:nvSpPr>
          <p:spPr>
            <a:xfrm>
              <a:off x="8062734" y="241072"/>
              <a:ext cx="1081266" cy="3347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514365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575" b="1" i="0" u="none" strike="noStrike" kern="1200" cap="none" spc="0" normalizeH="0" baseline="0" noProof="0" dirty="0">
                  <a:ln>
                    <a:noFill/>
                  </a:ln>
                  <a:solidFill>
                    <a:srgbClr val="566C90"/>
                  </a:solidFill>
                  <a:effectLst/>
                  <a:uLnTx/>
                  <a:uFillTx/>
                  <a:latin typeface="뫼비우스 Bold" panose="02000500000000000000" pitchFamily="2" charset="-127"/>
                  <a:ea typeface="뫼비우스 Bold" panose="02000500000000000000" pitchFamily="2" charset="-127"/>
                  <a:cs typeface="+mn-cs"/>
                </a:rPr>
                <a:t>예은교회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예장통합 로고">
            <a:extLst>
              <a:ext uri="{FF2B5EF4-FFF2-40B4-BE49-F238E27FC236}">
                <a16:creationId xmlns:a16="http://schemas.microsoft.com/office/drawing/2014/main" id="{8591AC54-E424-48E3-A802-7CD1072BDC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8290" y="235049"/>
            <a:ext cx="204443" cy="309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BE91F534-EC97-49FA-B859-D1F907C121C0}"/>
              </a:ext>
            </a:extLst>
          </p:cNvPr>
          <p:cNvSpPr txBox="1"/>
          <p:nvPr/>
        </p:nvSpPr>
        <p:spPr>
          <a:xfrm>
            <a:off x="8062734" y="241072"/>
            <a:ext cx="1081266" cy="3347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1436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뫼비우스 Bold" panose="02000500000000000000" pitchFamily="2" charset="-127"/>
                <a:ea typeface="뫼비우스 Bold" panose="02000500000000000000" pitchFamily="2" charset="-127"/>
                <a:cs typeface="+mn-cs"/>
              </a:rPr>
              <a:t>예은교회</a:t>
            </a:r>
          </a:p>
        </p:txBody>
      </p:sp>
    </p:spTree>
    <p:extLst>
      <p:ext uri="{BB962C8B-B14F-4D97-AF65-F5344CB8AC3E}">
        <p14:creationId xmlns:p14="http://schemas.microsoft.com/office/powerpoint/2010/main" val="30672097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tile tx="0" ty="0" sx="100000" sy="100000" flip="none" algn="ctr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TextBox 5">
            <a:extLst>
              <a:ext uri="{FF2B5EF4-FFF2-40B4-BE49-F238E27FC236}">
                <a16:creationId xmlns:a16="http://schemas.microsoft.com/office/drawing/2014/main" id="{BB40D6EF-8F30-218E-E265-9321072D5E2D}"/>
              </a:ext>
            </a:extLst>
          </p:cNvPr>
          <p:cNvSpPr txBox="1"/>
          <p:nvPr/>
        </p:nvSpPr>
        <p:spPr>
          <a:xfrm>
            <a:off x="1517742" y="1270423"/>
            <a:ext cx="6108516" cy="16526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0" b="0" i="0" u="none" strike="noStrike" kern="1200" cap="none" spc="622" normalizeH="0" baseline="0" noProof="0" dirty="0" err="1">
                <a:ln>
                  <a:noFill/>
                </a:ln>
                <a:solidFill>
                  <a:srgbClr val="092A5B"/>
                </a:solidFill>
                <a:effectLst/>
                <a:uLnTx/>
                <a:uFillTx/>
                <a:latin typeface="나눔명조 ExtraBold" panose="02020603020101020101" pitchFamily="18" charset="-127"/>
                <a:ea typeface="나눔명조 ExtraBold" panose="02020603020101020101" pitchFamily="18" charset="-127"/>
                <a:cs typeface="League Spartan"/>
                <a:sym typeface="League Spartan"/>
              </a:rPr>
              <a:t>성경봉독</a:t>
            </a:r>
            <a:endParaRPr kumimoji="0" lang="en-US" sz="8000" b="0" i="0" u="none" strike="noStrike" kern="1200" cap="none" spc="622" normalizeH="0" baseline="0" noProof="0" dirty="0">
              <a:ln>
                <a:noFill/>
              </a:ln>
              <a:solidFill>
                <a:srgbClr val="092A5B"/>
              </a:solidFill>
              <a:effectLst/>
              <a:uLnTx/>
              <a:uFillTx/>
              <a:latin typeface="나눔명조 ExtraBold" panose="02020603020101020101" pitchFamily="18" charset="-127"/>
              <a:ea typeface="나눔명조 ExtraBold" panose="02020603020101020101" pitchFamily="18" charset="-127"/>
              <a:cs typeface="League Spartan"/>
              <a:sym typeface="League Spartan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1A26C7C-33E6-01A7-97EC-F8FF49007842}"/>
              </a:ext>
            </a:extLst>
          </p:cNvPr>
          <p:cNvSpPr txBox="1"/>
          <p:nvPr/>
        </p:nvSpPr>
        <p:spPr>
          <a:xfrm>
            <a:off x="3450539" y="3017435"/>
            <a:ext cx="224292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6842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43597B"/>
                </a:solidFill>
                <a:effectLst/>
                <a:uLnTx/>
                <a:uFillTx/>
                <a:latin typeface="나눔명조 ExtraBold" panose="02020603020101020101" pitchFamily="18" charset="-127"/>
                <a:ea typeface="나눔명조 ExtraBold" panose="02020603020101020101" pitchFamily="18" charset="-127"/>
                <a:cs typeface="+mn-cs"/>
              </a:rPr>
              <a:t>성경 장과 절</a:t>
            </a:r>
          </a:p>
        </p:txBody>
      </p:sp>
    </p:spTree>
    <p:extLst>
      <p:ext uri="{BB962C8B-B14F-4D97-AF65-F5344CB8AC3E}">
        <p14:creationId xmlns:p14="http://schemas.microsoft.com/office/powerpoint/2010/main" val="4189353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tile tx="0" ty="0" sx="100000" sy="100000" flip="none" algn="ctr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9">
            <a:extLst>
              <a:ext uri="{FF2B5EF4-FFF2-40B4-BE49-F238E27FC236}">
                <a16:creationId xmlns:a16="http://schemas.microsoft.com/office/drawing/2014/main" id="{0A13FC55-58EC-1EC3-D065-F452B494ED55}"/>
              </a:ext>
            </a:extLst>
          </p:cNvPr>
          <p:cNvSpPr txBox="1"/>
          <p:nvPr/>
        </p:nvSpPr>
        <p:spPr>
          <a:xfrm>
            <a:off x="786132" y="1948441"/>
            <a:ext cx="7392668" cy="6842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668426" rtl="0" eaLnBrk="1" fontAlgn="auto" latinLnBrk="1" hangingPunct="1">
              <a:lnSpc>
                <a:spcPts val="6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500" b="1" i="0" u="none" strike="noStrike" kern="1200" cap="none" spc="-37" normalizeH="0" baseline="0" noProof="0" dirty="0">
                <a:ln>
                  <a:noFill/>
                </a:ln>
                <a:solidFill>
                  <a:srgbClr val="566C90"/>
                </a:solidFill>
                <a:effectLst/>
                <a:uLnTx/>
                <a:uFillTx/>
                <a:latin typeface="Gowun Batang Bold"/>
                <a:ea typeface="Gowun Batang Bold"/>
                <a:cs typeface="Gowun Batang Bold"/>
                <a:sym typeface="Gowun Batang Bold"/>
              </a:rPr>
              <a:t>본문</a:t>
            </a:r>
            <a:endParaRPr kumimoji="0" lang="en-US" sz="3500" b="1" i="0" u="none" strike="noStrike" kern="1200" cap="none" spc="-37" normalizeH="0" baseline="0" noProof="0" dirty="0">
              <a:ln>
                <a:noFill/>
              </a:ln>
              <a:solidFill>
                <a:srgbClr val="566C90"/>
              </a:solidFill>
              <a:effectLst/>
              <a:uLnTx/>
              <a:uFillTx/>
              <a:latin typeface="Gowun Batang Bold"/>
              <a:ea typeface="Gowun Batang Bold"/>
              <a:cs typeface="Gowun Batang Bold"/>
              <a:sym typeface="Gowun Batang 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54AA7A-F000-4A44-FAB2-7F24AE68ACF6}"/>
              </a:ext>
            </a:extLst>
          </p:cNvPr>
          <p:cNvSpPr txBox="1"/>
          <p:nvPr/>
        </p:nvSpPr>
        <p:spPr>
          <a:xfrm>
            <a:off x="3361005" y="1147189"/>
            <a:ext cx="224292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66842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0" i="0" u="none" strike="noStrike" kern="1200" cap="none" spc="0" normalizeH="0" baseline="0" noProof="0" dirty="0">
                <a:ln>
                  <a:noFill/>
                </a:ln>
                <a:solidFill>
                  <a:srgbClr val="495C7B"/>
                </a:solidFill>
                <a:effectLst/>
                <a:uLnTx/>
                <a:uFillTx/>
                <a:latin typeface="나눔명조 ExtraBold" panose="02020603020101020101" pitchFamily="18" charset="-127"/>
                <a:ea typeface="나눔명조 ExtraBold" panose="02020603020101020101" pitchFamily="18" charset="-127"/>
                <a:cs typeface="+mn-cs"/>
              </a:rPr>
              <a:t>성경 장과 절</a:t>
            </a:r>
          </a:p>
        </p:txBody>
      </p:sp>
    </p:spTree>
    <p:extLst>
      <p:ext uri="{BB962C8B-B14F-4D97-AF65-F5344CB8AC3E}">
        <p14:creationId xmlns:p14="http://schemas.microsoft.com/office/powerpoint/2010/main" val="1566881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4" descr="예장통합 로고">
            <a:extLst>
              <a:ext uri="{FF2B5EF4-FFF2-40B4-BE49-F238E27FC236}">
                <a16:creationId xmlns:a16="http://schemas.microsoft.com/office/drawing/2014/main" id="{8591AC54-E424-48E3-A802-7CD1072BDC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8290" y="235049"/>
            <a:ext cx="204443" cy="309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BE91F534-EC97-49FA-B859-D1F907C121C0}"/>
              </a:ext>
            </a:extLst>
          </p:cNvPr>
          <p:cNvSpPr txBox="1"/>
          <p:nvPr/>
        </p:nvSpPr>
        <p:spPr>
          <a:xfrm>
            <a:off x="8062734" y="241072"/>
            <a:ext cx="1081266" cy="3347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51436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57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뫼비우스 Bold" panose="02000500000000000000" pitchFamily="2" charset="-127"/>
                <a:ea typeface="뫼비우스 Bold" panose="02000500000000000000" pitchFamily="2" charset="-127"/>
                <a:cs typeface="+mn-cs"/>
              </a:rPr>
              <a:t>예은교회</a:t>
            </a:r>
          </a:p>
        </p:txBody>
      </p:sp>
    </p:spTree>
    <p:extLst>
      <p:ext uri="{BB962C8B-B14F-4D97-AF65-F5344CB8AC3E}">
        <p14:creationId xmlns:p14="http://schemas.microsoft.com/office/powerpoint/2010/main" val="3440262964"/>
      </p:ext>
    </p:extLst>
  </p:cSld>
  <p:clrMapOvr>
    <a:masterClrMapping/>
  </p:clrMapOvr>
</p:sld>
</file>

<file path=ppt/theme/theme1.xml><?xml version="1.0" encoding="utf-8"?>
<a:theme xmlns:a="http://schemas.openxmlformats.org/drawingml/2006/main" name="7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0093608D2B62D043AEC8CBE05201B8D5" ma:contentTypeVersion="15" ma:contentTypeDescription="새 문서를 만듭니다." ma:contentTypeScope="" ma:versionID="ac5b0b5a6bdf35e1a77842dce6a0086f">
  <xsd:schema xmlns:xsd="http://www.w3.org/2001/XMLSchema" xmlns:xs="http://www.w3.org/2001/XMLSchema" xmlns:p="http://schemas.microsoft.com/office/2006/metadata/properties" xmlns:ns3="b5ad96eb-fff5-4ae7-a1f8-85838582d2ce" xmlns:ns4="690149d9-7ed7-4009-88ef-89f397200423" targetNamespace="http://schemas.microsoft.com/office/2006/metadata/properties" ma:root="true" ma:fieldsID="ca77343bc440ff5a2f251177e4d85290" ns3:_="" ns4:_="">
    <xsd:import namespace="b5ad96eb-fff5-4ae7-a1f8-85838582d2ce"/>
    <xsd:import namespace="690149d9-7ed7-4009-88ef-89f397200423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LengthInSeconds" minOccurs="0"/>
                <xsd:element ref="ns4:MediaServiceSearchProperties" minOccurs="0"/>
                <xsd:element ref="ns4:_activity" minOccurs="0"/>
                <xsd:element ref="ns4:MediaServiceObjectDetectorVersion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ad96eb-fff5-4ae7-a1f8-85838582d2c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공유 대상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세부 정보 공유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힌트 해시 공유" ma:description="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0149d9-7ed7-4009-88ef-89f3972004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90149d9-7ed7-4009-88ef-89f397200423" xsi:nil="true"/>
  </documentManagement>
</p:properties>
</file>

<file path=customXml/itemProps1.xml><?xml version="1.0" encoding="utf-8"?>
<ds:datastoreItem xmlns:ds="http://schemas.openxmlformats.org/officeDocument/2006/customXml" ds:itemID="{54711019-CFD7-492B-BDE5-52330E75FA7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4033A9D-9FE3-45D8-9CE5-4B2BB6BCE40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5ad96eb-fff5-4ae7-a1f8-85838582d2ce"/>
    <ds:schemaRef ds:uri="690149d9-7ed7-4009-88ef-89f39720042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D1CDEA9-182D-4F0B-8B82-05A8FED4FCF6}">
  <ds:schemaRefs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690149d9-7ed7-4009-88ef-89f397200423"/>
    <ds:schemaRef ds:uri="b5ad96eb-fff5-4ae7-a1f8-85838582d2ce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42952</TotalTime>
  <Words>26</Words>
  <Application>Microsoft Office PowerPoint</Application>
  <PresentationFormat>화면 슬라이드 쇼(16:9)</PresentationFormat>
  <Paragraphs>12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6</vt:i4>
      </vt:variant>
    </vt:vector>
  </HeadingPairs>
  <TitlesOfParts>
    <vt:vector size="15" baseType="lpstr">
      <vt:lpstr>Gowun Batang Bold</vt:lpstr>
      <vt:lpstr>굴림</vt:lpstr>
      <vt:lpstr>나눔명조 ExtraBold</vt:lpstr>
      <vt:lpstr>맑은 고딕</vt:lpstr>
      <vt:lpstr>뫼비우스 Bold</vt:lpstr>
      <vt:lpstr>Arial</vt:lpstr>
      <vt:lpstr>Calibri</vt:lpstr>
      <vt:lpstr>7_Office 테마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zijeon@hanmail.net</dc:creator>
  <cp:lastModifiedBy>효준 박</cp:lastModifiedBy>
  <cp:revision>671</cp:revision>
  <dcterms:created xsi:type="dcterms:W3CDTF">2021-02-16T05:29:16Z</dcterms:created>
  <dcterms:modified xsi:type="dcterms:W3CDTF">2025-12-16T08:55:55Z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0x0101000093608D2B62D043AEC8CBE05201B8D5</vt:lpwstr>
  </property>
</Properties>
</file>